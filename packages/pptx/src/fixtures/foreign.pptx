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4.0</c:v>
                </c:pt>
                <c:pt idx="2">
                  <c:v>4.4</c:v>
                </c:pt>
                <c:pt idx="3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4.9</c:v>
                </c:pt>
                <c:pt idx="2">
                  <c:v>5.6</c:v>
                </c:pt>
                <c:pt idx="3">
                  <c:v>7.1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Platforms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Desktop</c:v>
                </c:pt>
                <c:pt idx="2">
                  <c:v>Mobile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 algn="ctr"/>
            <a:r>
              <a:t>סקירה רבעונית · Product and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shipped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faster editor</a:t>
            </a:r>
          </a:p>
          <a:p>
            <a:pPr lvl="1"/>
            <a:r>
              <a:t>Load time down 40%</a:t>
            </a:r>
          </a:p>
          <a:p>
            <a:pPr/>
            <a:r>
              <a:t>Live charts</a:t>
            </a:r>
          </a:p>
          <a:p>
            <a:pPr/>
            <a:r>
              <a:rPr b="1">
                <a:solidFill>
                  <a:srgbClr val="C0392B"/>
                </a:solidFill>
              </a:rPr>
              <a:t>Import from PowerPoint</a:t>
            </a:r>
          </a:p>
          <a:p>
            <a:pPr rtl="1" algn="r"/>
            <a:r>
              <a:t>ייבוא וייצוא של קובצי PowerPoint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2377440" cy="1645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548640"/>
            <a:ext cx="2377440" cy="1645920"/>
          </a:xfrm>
          <a:prstGeom prst="roundRect">
            <a:avLst/>
          </a:prstGeom>
          <a:solidFill>
            <a:srgbClr val="2E866B"/>
          </a:solidFill>
          <a:ln w="50800">
            <a:solidFill>
              <a:srgbClr val="1B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4" name="Oval 3"/>
          <p:cNvSpPr/>
          <p:nvPr/>
        </p:nvSpPr>
        <p:spPr>
          <a:xfrm rot="1200000">
            <a:off x="6217920" y="548640"/>
            <a:ext cx="2377440" cy="16459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9052560" y="548640"/>
            <a:ext cx="2377440" cy="164592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Triangle</a:t>
            </a:r>
          </a:p>
        </p:txBody>
      </p:sp>
      <p:sp>
        <p:nvSpPr>
          <p:cNvPr id="6" name="Chevron 5"/>
          <p:cNvSpPr/>
          <p:nvPr/>
        </p:nvSpPr>
        <p:spPr>
          <a:xfrm>
            <a:off x="548640" y="2743200"/>
            <a:ext cx="2377440" cy="164592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Chevron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83280" y="2743200"/>
            <a:ext cx="2377440" cy="16459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Arrow</a:t>
            </a:r>
          </a:p>
        </p:txBody>
      </p:sp>
      <p:sp>
        <p:nvSpPr>
          <p:cNvPr id="8" name="5-Point Star 7"/>
          <p:cNvSpPr/>
          <p:nvPr/>
        </p:nvSpPr>
        <p:spPr>
          <a:xfrm>
            <a:off x="6217920" y="2743200"/>
            <a:ext cx="2377440" cy="164592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</a:t>
            </a:r>
          </a:p>
        </p:txBody>
      </p:sp>
      <p:sp>
        <p:nvSpPr>
          <p:cNvPr id="9" name="Hexagon 8"/>
          <p:cNvSpPr/>
          <p:nvPr/>
        </p:nvSpPr>
        <p:spPr>
          <a:xfrm>
            <a:off x="9052560" y="2743200"/>
            <a:ext cx="2377440" cy="164592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Hexagon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text box: </a:t>
            </a:r>
            <a:r>
              <a:rPr b="1" sz="2800">
                <a:solidFill>
                  <a:srgbClr val="1F4E99"/>
                </a:solidFill>
              </a:rPr>
              <a:t>bold blue</a:t>
            </a:r>
            <a:r>
              <a:rPr i="1" sz="2800"/>
              <a:t> and italic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400800" y="5120640"/>
            <a:ext cx="5029200" cy="1188720"/>
          </a:xfrm>
          <a:prstGeom prst="line">
            <a:avLst/>
          </a:prstGeom>
          <a:ln w="38100">
            <a:solidFill>
              <a:srgbClr val="E67E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32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82296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1.6M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1.1M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ישראל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67665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589520" y="1463040"/>
          <a:ext cx="42062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548640" y="548640"/>
            <a:ext cx="6400800" cy="420624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498079" y="914400"/>
            <a:ext cx="4023360" cy="2926080"/>
            <a:chOff x="7498079" y="914400"/>
            <a:chExt cx="4023360" cy="2926080"/>
          </a:xfrm>
        </p:grpSpPr>
        <p:sp>
          <p:nvSpPr>
            <p:cNvPr id="3" name="Rounded Rectangle 2"/>
            <p:cNvSpPr/>
            <p:nvPr/>
          </p:nvSpPr>
          <p:spPr>
            <a:xfrm>
              <a:off x="7498079" y="914400"/>
              <a:ext cx="4023360" cy="128016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Grouped card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7680960" y="2560320"/>
              <a:ext cx="1280160" cy="128016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